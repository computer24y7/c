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384F-944C-8411-1164-9753245E8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6AEE6-1886-93FC-F675-EF3F13B4A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1831D-5BD7-F837-DFC1-637ACBFA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A280B-B0EE-F136-F809-7F4AE351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BF54A-5920-3085-84F8-FCBECB65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0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5C11-F21A-6BA8-5602-1A5801EA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60125-B1E7-FCAA-64DF-270B71FF4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AC70D-1BC3-ED3B-1CD4-858E9D5F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8BF3B-0BB8-87B7-013D-436A281B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C350-1371-691C-42B5-25C23CAC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0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0F39-55D1-18D7-EA26-1BCF8B51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C1EF6-147F-1445-722A-7B93C114A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33D57-9E2F-DF28-013B-6E3249B4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54BF-656C-4297-032A-32A8C6BC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E7B87-D2EC-F513-CA24-7DCE0D2D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7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5ACF-CB60-C87D-EE47-09239D6C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0A6E-147E-3A69-2DFB-128AA00E2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0D0F8-073A-104A-B764-99809C6A0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75D08-3E30-0BE8-D8F6-D09E6489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3C834-D3ED-56A3-68F3-3E5563FF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E7195-7EEC-E8CE-FF59-EACE6344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5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AFA5-D504-F7F1-A016-1D7BD39A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03A36-4FD9-3633-3444-69158291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AF5F9-14D9-9FF4-8E9C-273699CC8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A712F-D655-9334-F5CF-DF73DC89D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C85B6-762D-28A8-7F9C-38A91F260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9B5A3-8890-0CB6-4E71-0C431755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420A1-F8F5-A2D5-33A8-EE3839C4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0762-8D7C-F12A-34F5-301D1E22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E728-A442-9295-E202-2A79FC9B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9100F-EA5A-8F29-86E9-453BCA6A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7BC7F-49A7-EC4A-E1EA-F8283740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215E5-D565-C940-843A-B40D30A8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8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E5683-211A-BC54-4B43-14ED09C4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74A257-A313-66FE-5044-19BE7FED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A4806-7855-1F87-76CF-0BBA12A3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6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EB7B-3B9E-2812-6CFE-2391B12F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39A98-206C-B059-D75C-E5DD2D687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C64B9-8D5A-BE2D-90E6-055ECD682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1AF1E-1785-3D97-62AD-72780896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22C4C-CFBC-7857-4282-21C8D94E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CD67A-3E83-611F-2F1F-83F451BB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6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047D-EF4F-14B7-4C64-F3CEBA10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E6E83-441C-5F27-EC54-9FCD3F1D6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3C466-645D-22AA-C869-49DCE9988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84E67-F5AC-B437-38E0-CF3F27D3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B8A68-2AF2-C974-6213-8120A4A7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E7D8A-C71C-3FBD-8565-F273ECEE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7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98CB-0898-666C-8E15-0B1F5A9D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DEE40-A264-21FA-A391-196AB4BC1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FDFE3-C7F8-0188-E3BE-AF023642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A4590-93F5-3B0D-25F5-419B995B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FD609-308B-F8D9-C9A8-54894325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1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8AE69-0403-6AA3-56D6-D3A48810D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25AC3-E110-369B-D200-99180ABA3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98EC4-F07B-D3FB-F558-B1C9C0BC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C593-DFBA-4B04-E8B4-A727B2483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5FAC9-F4F9-97E1-9401-767DB50E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0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F8F23-C402-0457-0B50-CF13DE49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DEBF9-7C89-537F-6689-79D0A61EC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7C1C2-FFBF-55E8-0D19-2C422CE57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8DE00-F3B4-48C8-B984-A26BF622076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CCB58-1309-9669-83EA-9FD1E1BA2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D6D4F-C127-402F-D7B0-08EFE2E2E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B9D59-E6E2-485D-8A42-BC3F43069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2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3249-0537-650D-49C4-ADF8ECB9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7C526-3851-3E54-23DA-52E94302D7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767"/>
          </a:xfrm>
          <a:prstGeom prst="rect">
            <a:avLst/>
          </a:prstGeom>
        </p:spPr>
      </p:pic>
      <p:sp>
        <p:nvSpPr>
          <p:cNvPr id="5" name="Arrow: Notched Right 4">
            <a:extLst>
              <a:ext uri="{FF2B5EF4-FFF2-40B4-BE49-F238E27FC236}">
                <a16:creationId xmlns:a16="http://schemas.microsoft.com/office/drawing/2014/main" id="{648AD54C-DDC9-C581-21B3-1A8915FEE426}"/>
              </a:ext>
            </a:extLst>
          </p:cNvPr>
          <p:cNvSpPr/>
          <p:nvPr/>
        </p:nvSpPr>
        <p:spPr>
          <a:xfrm>
            <a:off x="449450" y="387458"/>
            <a:ext cx="7239379" cy="3463871"/>
          </a:xfrm>
          <a:prstGeom prst="notch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solidFill>
                  <a:sysClr val="windowText" lastClr="000000"/>
                </a:solidFill>
              </a:rPr>
              <a:t>Day-14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C7DFA-2A6B-DC54-6B9A-D9212CD12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830" y="221756"/>
            <a:ext cx="3866069" cy="43454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962575-BE56-189C-B95E-99363DC64F31}"/>
              </a:ext>
            </a:extLst>
          </p:cNvPr>
          <p:cNvSpPr/>
          <p:nvPr/>
        </p:nvSpPr>
        <p:spPr>
          <a:xfrm>
            <a:off x="282846" y="4238786"/>
            <a:ext cx="6885122" cy="217465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0" b="1" dirty="0"/>
              <a:t>     Function</a:t>
            </a:r>
          </a:p>
          <a:p>
            <a:pPr algn="ctr"/>
            <a:r>
              <a:rPr lang="en-US" sz="3600" b="1" dirty="0"/>
              <a:t> User define function, Function </a:t>
            </a:r>
            <a:r>
              <a:rPr lang="en-US" sz="3600" b="1" dirty="0" err="1"/>
              <a:t>Declaration,Definition</a:t>
            </a:r>
            <a:r>
              <a:rPr lang="en-US" sz="3600" b="1" dirty="0"/>
              <a:t> and call</a:t>
            </a:r>
            <a:endParaRPr lang="en-US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177CCD-6372-087C-5ABB-6B71EC0153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990" b="97338" l="1248" r="97326">
                        <a14:foregroundMark x1="19251" y1="73544" x2="36898" y2="89185"/>
                        <a14:foregroundMark x1="36898" y1="89185" x2="40107" y2="89684"/>
                        <a14:foregroundMark x1="14973" y1="89684" x2="14973" y2="89684"/>
                        <a14:foregroundMark x1="14973" y1="95341" x2="14973" y2="95341"/>
                        <a14:foregroundMark x1="13191" y1="75707" x2="1248" y2="87521"/>
                        <a14:foregroundMark x1="37790" y1="61231" x2="29412" y2="71880"/>
                        <a14:foregroundMark x1="34046" y1="73544" x2="52585" y2="90349"/>
                        <a14:foregroundMark x1="67558" y1="60067" x2="42424" y2="80200"/>
                        <a14:foregroundMark x1="72906" y1="71381" x2="56506" y2="91348"/>
                        <a14:foregroundMark x1="56506" y1="91348" x2="55080" y2="97504"/>
                        <a14:foregroundMark x1="97504" y1="85191" x2="97504" y2="88519"/>
                        <a14:foregroundMark x1="42424" y1="7155" x2="49733" y2="5990"/>
                        <a14:backgroundMark x1="12656" y1="34942" x2="12656" y2="349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683" y="4002417"/>
            <a:ext cx="2592079" cy="27768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6509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</dc:creator>
  <cp:lastModifiedBy>hira</cp:lastModifiedBy>
  <cp:revision>14</cp:revision>
  <dcterms:created xsi:type="dcterms:W3CDTF">2026-04-24T18:42:50Z</dcterms:created>
  <dcterms:modified xsi:type="dcterms:W3CDTF">2026-06-02T02:37:06Z</dcterms:modified>
</cp:coreProperties>
</file>